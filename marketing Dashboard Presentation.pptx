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7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61" autoAdjust="0"/>
    <p:restoredTop sz="94660"/>
  </p:normalViewPr>
  <p:slideViewPr>
    <p:cSldViewPr snapToGrid="0">
      <p:cViewPr varScale="1">
        <p:scale>
          <a:sx n="97" d="100"/>
          <a:sy n="97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871-4822-8099-DB40-D0A87BF1B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7EDBC-6E67-5243-4861-5234DC3FC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E27A-A8C3-342B-C6E2-5D18ADAD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87FA-B674-85C5-48C0-95EBA414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FAB53-B0AF-BB7B-220A-5CEE1CF1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6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DFE4-B84C-D88E-0491-39AAA657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180A8-B060-AEED-E8C9-3D5F4F26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0E1D-F2E0-F335-D4E8-C5EB9D05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3195-FE4D-2FB9-42FB-8E9D33C7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FFED1-E92C-3549-16E9-D4D425B8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F3D3-227A-5C09-0C1C-227532A63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4BE04-2F39-A4E2-EDC6-D9D68DCD2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D5F5-E8B5-7329-EE85-E41BB9882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8876-9C76-0ADD-E823-A6B38CFB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FF45-5183-A2BE-E406-E8BA383C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7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50DE-D090-2F08-0AE5-06152257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9D6F4-59E2-0227-BAAA-9ACA5D860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60F5A-5F14-4DB2-3C8D-F586F274C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B056B-8CA0-DD74-3DF2-7A4BF557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31C6E-10E9-3EF2-4CBA-46C1EEAE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AF4C9-D5BF-ED26-52C3-102F3E60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1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FA87-89CE-E826-3EC1-82449CAF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37B9C-347F-0B62-E009-AB3A6BFD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A2562-D25D-DF0B-91D3-DBB818C4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5158B-2F62-E51C-DF63-B11D6E900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59E9C-9A3D-1EAD-DF8F-AFA8880CF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FD591-735B-E6D1-5945-FC33DB65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EDC0-4775-C7FB-0574-960F8FEE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EA22C-3F2B-F78D-D85B-8F802B99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7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0A8E-76E2-8D3B-D653-C3CDAA57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F1F7E-EA10-4E71-56F2-423581BF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238AD-701E-6FCA-4DD8-7ACAB3CB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C89F4-5C0D-2788-D0D3-6967E484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1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61339-F347-5E73-1CC2-2FEA4AAB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03690-B607-7CB2-0976-508688D9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DC4C1-F48B-C81C-205B-F5C84BCA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4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7A78-D4D7-775D-97FB-DD10553B4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49227-D1FD-E6D2-3789-E1F5DA3B0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D990B-2D08-65A7-669D-998E33755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E4311-D4DB-53B4-1316-EFBE09F6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2859E-0B83-624A-094D-4E9A56B4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CBE66-2ADC-91D5-C2F7-116F6AE2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1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8D22-DF55-498B-55AD-B56FCC09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1EE58-8BE0-F5EC-3920-101330F81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9A676-8A71-1C12-D0C8-B4ABF6937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8AF24-28F1-1869-84F8-529930B2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E1281-1194-A9AF-1B05-95EE02B5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7488E-EF2F-3653-68DE-4CF65A6A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3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AB2B-8D61-90CD-6D88-E1A18D42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AE721-0F3A-41F6-0B7E-B01628375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5DD6-ADBE-F5B4-D832-950C684D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D7BBE-7296-2887-62A3-8D60E532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EBA60-7D5A-3084-65C1-2D3597C0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1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11DE3-7144-684E-1DC8-996EA18B0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8EB0C-6D3E-FE03-CC0A-11E351A07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22C2F-1D5E-DD38-51E5-BEBA8B07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03722-F201-969D-5B0E-0C3AB02F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2783B-BAB5-DA4C-C397-D704424E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67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7BC52-D9EB-F694-6BDB-49CB79D2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C8CE7-829E-FF56-B00C-CAA593F95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475CC-2F9E-FE27-E431-086BC7A3B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4B272-DD91-4AC2-A006-CB0CC49F414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8F870-0168-4C8E-9460-3A2D4C8B7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80A3-30C3-9247-BCA5-E156D710A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AA758-47D5-40D2-B270-9A5437B7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AD509-6F8B-AE45-37A2-4A19FCB5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A294-55FD-3FE7-D2B4-A7391B111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The Problem</a:t>
            </a:r>
          </a:p>
        </p:txBody>
      </p:sp>
      <p:pic>
        <p:nvPicPr>
          <p:cNvPr id="4" name="Picture 3" descr="data-water-swimming-lake-ss-1920">
            <a:extLst>
              <a:ext uri="{FF2B5EF4-FFF2-40B4-BE49-F238E27FC236}">
                <a16:creationId xmlns:a16="http://schemas.microsoft.com/office/drawing/2014/main" id="{6C832547-D7B3-2AD2-A384-871D29D0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10" b="30583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5AF4-DB34-3D29-D752-2F246A49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/>
              <a:t>Marketers are swimming in data</a:t>
            </a:r>
          </a:p>
          <a:p>
            <a:r>
              <a:rPr lang="en-US" sz="1800"/>
              <a:t>The data comes from multiple sources that change rapidly.</a:t>
            </a:r>
          </a:p>
          <a:p>
            <a:r>
              <a:rPr lang="en-US" sz="1800"/>
              <a:t>Many marketers are still manually gathering the data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3970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552DD-C06E-470B-C7A7-631ECA87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998B-F8F4-4673-B66F-89E7326A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The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D9F13-4EDB-5966-D749-1602E17F3A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" b="27882"/>
          <a:stretch>
            <a:fillRect/>
          </a:stretch>
        </p:blipFill>
        <p:spPr>
          <a:xfrm>
            <a:off x="20" y="-101599"/>
            <a:ext cx="12191980" cy="3986384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80A5-662F-E418-F628-AFCBA0665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047" y="4323121"/>
            <a:ext cx="7485413" cy="245268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To have a functioning, Live Dashboard that pulls in all data that marketers can use to optimize campaigns.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The second is to have an executive dashboard that, at a glance, other stakeholders can see the successes attributable to marketing and sales.</a:t>
            </a:r>
          </a:p>
          <a:p>
            <a:pPr lvl="2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538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A755-1A66-1E7B-264A-E01DCF9B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0FAD5-D4B0-14D3-51ED-7ED090F6D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F5B7C-6970-F6FE-C781-8F92A9A4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771"/>
            <a:ext cx="12192000" cy="630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4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4EDB-42F3-7E84-4683-AB49051F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705F29-56ED-0303-B67E-97BC1104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1F869D-645C-AB89-870B-0FDC70D2D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A53A6-1C6B-A56E-7BA7-54FDD41E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Functionality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979524D-1D5F-6D7F-CDA4-BA7B4382D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512D2-4837-1982-8021-E50B7C25E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914400" lvl="2" indent="0">
              <a:buNone/>
            </a:pPr>
            <a:r>
              <a:rPr lang="en-US"/>
              <a:t>1. Python extracts HubSpot and GA4 data via API</a:t>
            </a:r>
          </a:p>
          <a:p>
            <a:pPr marL="914400" lvl="2" indent="0">
              <a:buNone/>
            </a:pPr>
            <a:r>
              <a:rPr lang="en-US"/>
              <a:t>3. Python cleans, joins, and organizes the data</a:t>
            </a:r>
          </a:p>
          <a:p>
            <a:pPr marL="914400" lvl="2" indent="0">
              <a:buNone/>
            </a:pPr>
            <a:r>
              <a:rPr lang="en-US"/>
              <a:t>4. Python creates Power BI-ready files</a:t>
            </a:r>
          </a:p>
          <a:p>
            <a:pPr marL="914400" lvl="2" indent="0">
              <a:buNone/>
            </a:pPr>
            <a:r>
              <a:rPr lang="en-US"/>
              <a:t>5. Power BI reads those files</a:t>
            </a:r>
          </a:p>
          <a:p>
            <a:pPr marL="914400" lvl="2" indent="0">
              <a:buNone/>
            </a:pPr>
            <a:r>
              <a:rPr lang="en-US"/>
              <a:t>6. DAX handles dashboard-specific calculations</a:t>
            </a:r>
          </a:p>
        </p:txBody>
      </p:sp>
    </p:spTree>
    <p:extLst>
      <p:ext uri="{BB962C8B-B14F-4D97-AF65-F5344CB8AC3E}">
        <p14:creationId xmlns:p14="http://schemas.microsoft.com/office/powerpoint/2010/main" val="333261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115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The Problem</vt:lpstr>
      <vt:lpstr>The Solution</vt:lpstr>
      <vt:lpstr>PowerPoint Presentation</vt:lpstr>
      <vt:lpstr>Functionality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Jodie Mowrey</dc:creator>
  <cp:lastModifiedBy>Jodie Mowrey</cp:lastModifiedBy>
  <cp:revision>4</cp:revision>
  <dcterms:created xsi:type="dcterms:W3CDTF">2026-08-20T01:59:15Z</dcterms:created>
  <dcterms:modified xsi:type="dcterms:W3CDTF">2026-08-21T00:08:26Z</dcterms:modified>
</cp:coreProperties>
</file>